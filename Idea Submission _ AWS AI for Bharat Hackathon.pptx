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6858000" cy="9144000"/>
  <p:embeddedFontLst>
    <p:embeddedFont>
      <p:font typeface="Manrope" panose="020B0604020202020204" charset="0"/>
      <p:regular r:id="rId17"/>
      <p:bold r:id="rId18"/>
    </p:embeddedFont>
    <p:embeddedFont>
      <p:font typeface="Manrope SemiBold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907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234015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Team Name 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CodeSilver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3850888"/>
            <a:ext cx="8556582" cy="110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r>
              <a:rPr lang="en-GB" sz="56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Problem Statement </a:t>
            </a:r>
            <a:r>
              <a:rPr lang="en-GB" sz="5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: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suffer from a hidden operational gap where clinicians document care using clinical language while hospital systems require operational and billing language.</a:t>
            </a:r>
            <a:b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disconnect leads to claim denials, incorrect admission status, documentation gaps, and delayed prior authorizations — increasing financial loss and workflow inefficiency.</a:t>
            </a:r>
          </a:p>
          <a:p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solutions focus on patient education, chatbots, or clinical summarization, but none address real-time translation between clinical intent and operational execution.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5718" y="3504406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Team Leader Name : </a:t>
            </a:r>
            <a:r>
              <a:rPr lang="en-GB" sz="16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Sudarshanam</a:t>
            </a: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</a:t>
            </a:r>
            <a:r>
              <a:rPr lang="en-GB" sz="16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Yessasvini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3CAF-BB67-6F6B-1773-276003F1B372}"/>
              </a:ext>
            </a:extLst>
          </p:cNvPr>
          <p:cNvSpPr txBox="1"/>
          <p:nvPr/>
        </p:nvSpPr>
        <p:spPr>
          <a:xfrm>
            <a:off x="394010" y="1561172"/>
            <a:ext cx="7582829" cy="22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CodeSilver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ambient AI system that silently translates clinical discussions into structured operational insights for utilization review and revenue cycle teams.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interrupting doctors with alerts or forcing workflow changes, the system listens to clinical text (synthetic/public data in prototype) and generates: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DRG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gap flags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status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authorization indicators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bridge between medical decision-making and hospital operations without increasing clinician cognitive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38080" y="647960"/>
            <a:ext cx="7947637" cy="391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US" sz="7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Your solution should be able to explain the following: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US" sz="7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How different is it from any of the other existing ideas?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healthcare AI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patients (education bots)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doctors directly (scribes, summarizers)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scheduling or workflows</a:t>
            </a:r>
          </a:p>
          <a:p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CodeSilver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targets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layer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largely ignored.</a:t>
            </a:r>
          </a:p>
          <a:p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differentiation:</a:t>
            </a:r>
          </a:p>
          <a:p>
            <a:pPr>
              <a:buFont typeface="+mj-lt"/>
              <a:buAutoNum type="arabicPeriod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replace documentation or provide clinical advice.</a:t>
            </a:r>
          </a:p>
          <a:p>
            <a:pPr>
              <a:buFont typeface="+mj-lt"/>
              <a:buAutoNum type="arabicPeriod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translates existing clinical language into operational intelligence.</a:t>
            </a:r>
          </a:p>
          <a:p>
            <a:pPr>
              <a:buFont typeface="+mj-lt"/>
              <a:buAutoNum type="arabicPeriod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operates passively without alerts or extra clicks.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5A87A-18EF-B1D2-7487-959394B0BF4B}"/>
              </a:ext>
            </a:extLst>
          </p:cNvPr>
          <p:cNvSpPr txBox="1"/>
          <p:nvPr/>
        </p:nvSpPr>
        <p:spPr>
          <a:xfrm>
            <a:off x="784301" y="515185"/>
            <a:ext cx="706615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it be able to solve the problem?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CodeSilver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clinical narratives using an LLM trained on public datasets and CMS rules.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extracts structured signals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Suspected DRG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severity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vs inpatient status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authorization triggers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outputs help operational teams intervene earlier, reducing downstream billing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6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CC5B51-508E-209C-A20E-16CB9D1FECB1}"/>
              </a:ext>
            </a:extLst>
          </p:cNvPr>
          <p:cNvSpPr txBox="1"/>
          <p:nvPr/>
        </p:nvSpPr>
        <p:spPr>
          <a:xfrm>
            <a:off x="605882" y="760512"/>
            <a:ext cx="671675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 of the proposed solution: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Zero-interruption AI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intelligence instead of clinical decision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using public/synthetic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revenue cycle efficiency rather than clinical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5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BE861-9111-E42C-4645-CF39656B20E3}"/>
              </a:ext>
            </a:extLst>
          </p:cNvPr>
          <p:cNvSpPr txBox="1"/>
          <p:nvPr/>
        </p:nvSpPr>
        <p:spPr>
          <a:xfrm>
            <a:off x="602166" y="817757"/>
            <a:ext cx="749361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Offered by the Solution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Clinical-to-operational translation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gap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status risk scoring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DRG mapping (prototype)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authorization awareness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Features (Hackathon MVP)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Two-column UI: Clinical text vs Operational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LLM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evaluation d</a:t>
            </a:r>
            <a:r>
              <a:rPr lang="en-US" dirty="0"/>
              <a:t>ashboard</a:t>
            </a:r>
          </a:p>
        </p:txBody>
      </p:sp>
    </p:spTree>
    <p:extLst>
      <p:ext uri="{BB962C8B-B14F-4D97-AF65-F5344CB8AC3E}">
        <p14:creationId xmlns:p14="http://schemas.microsoft.com/office/powerpoint/2010/main" val="278581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C652A-DBA0-917C-05C1-927964756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7" y="1740752"/>
            <a:ext cx="6715125" cy="2152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EBCCA-F305-E062-F8AD-8C284628F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0" y="1286530"/>
            <a:ext cx="7943387" cy="35517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71A9E-69FA-12E8-1FC6-7B9BF6D90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27" y="1886866"/>
            <a:ext cx="8348546" cy="1369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75946-6E70-A027-5222-CE1F7EE01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7" y="1603753"/>
            <a:ext cx="8705385" cy="16159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 3 /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(prototype)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CMS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 synthetic clinical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(optional deployment)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(optional frontend demo)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 prototype cost is minimal: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datasets: Free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models: Free (local 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inference (optional): Low-cost API usage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US" sz="15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Safety &amp; Limitations: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Uses synthetic and publicly available datasets only.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Not a clinical decision support system.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No automated billing actions.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Outputs require human review.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Dataset bias possible due to ICU-heavy training data.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Prototype only — not validated in real hospital workflows.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US" sz="18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Short Pitch </a:t>
            </a:r>
            <a:r>
              <a:rPr lang="en-US" sz="18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:</a:t>
            </a:r>
            <a:r>
              <a:rPr lang="en-US" sz="18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LineCodeSilver</a:t>
            </a:r>
            <a:r>
              <a:rPr lang="en-US" sz="18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is not another </a:t>
            </a:r>
            <a:r>
              <a:rPr lang="en-US" sz="18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chatbot.It</a:t>
            </a:r>
            <a:r>
              <a:rPr lang="en-US" sz="18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is a silent AI translator that converts clinical intent into operational intelligence — reducing claim denials without adding extra work for doctors.</a:t>
            </a:r>
            <a:endParaRPr sz="18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On-screen Show (16:9)</PresentationFormat>
  <Paragraphs>83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Manrope</vt:lpstr>
      <vt:lpstr>Times New Roman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modified xsi:type="dcterms:W3CDTF">2026-02-13T14:06:36Z</dcterms:modified>
</cp:coreProperties>
</file>